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IBM Plex Sans"/>
      <p:regular r:id="rId13"/>
      <p:bold r:id="rId14"/>
      <p:italic r:id="rId15"/>
      <p:boldItalic r:id="rId16"/>
    </p:embeddedFont>
    <p:embeddedFont>
      <p:font typeface="IBM Plex Sans SemiBold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 pos="709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ibVbgaaT9drd+IKpqH1IjfEjsI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709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font" Target="fonts/IBMPlex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BMPlexSans-italic.fntdata"/><Relationship Id="rId14" Type="http://schemas.openxmlformats.org/officeDocument/2006/relationships/font" Target="fonts/IBMPlexSans-bold.fntdata"/><Relationship Id="rId17" Type="http://schemas.openxmlformats.org/officeDocument/2006/relationships/font" Target="fonts/IBMPlexSansSemiBold-regular.fntdata"/><Relationship Id="rId16" Type="http://schemas.openxmlformats.org/officeDocument/2006/relationships/font" Target="fonts/IBMPlexSa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BMPlexSansSemiBold-italic.fntdata"/><Relationship Id="rId6" Type="http://schemas.openxmlformats.org/officeDocument/2006/relationships/slide" Target="slides/slide1.xml"/><Relationship Id="rId18" Type="http://schemas.openxmlformats.org/officeDocument/2006/relationships/font" Target="fonts/IBMPlexSans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21fe0808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821fe0808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21fe0808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821fe0808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21fe0808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821fe0808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21fe0808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821fe0808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21fe0808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21fe0808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21fe0808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21fe0808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21fe0808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821fe0808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10" Type="http://schemas.openxmlformats.org/officeDocument/2006/relationships/image" Target="../media/image7.png"/><Relationship Id="rId9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6.png"/><Relationship Id="rId8" Type="http://schemas.openxmlformats.org/officeDocument/2006/relationships/image" Target="../media/image1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Relationship Id="rId4" Type="http://schemas.openxmlformats.org/officeDocument/2006/relationships/image" Target="../media/image33.png"/><Relationship Id="rId5" Type="http://schemas.openxmlformats.org/officeDocument/2006/relationships/image" Target="../media/image2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2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31.png"/><Relationship Id="rId7" Type="http://schemas.openxmlformats.org/officeDocument/2006/relationships/image" Target="../media/image2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10" Type="http://schemas.openxmlformats.org/officeDocument/2006/relationships/image" Target="../media/image3.png"/><Relationship Id="rId9" Type="http://schemas.openxmlformats.org/officeDocument/2006/relationships/image" Target="../media/image43.png"/><Relationship Id="rId5" Type="http://schemas.openxmlformats.org/officeDocument/2006/relationships/image" Target="../media/image29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9.png"/><Relationship Id="rId10" Type="http://schemas.openxmlformats.org/officeDocument/2006/relationships/image" Target="../media/image3.png"/><Relationship Id="rId9" Type="http://schemas.openxmlformats.org/officeDocument/2006/relationships/image" Target="../media/image43.png"/><Relationship Id="rId5" Type="http://schemas.openxmlformats.org/officeDocument/2006/relationships/image" Target="../media/image6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8.png"/><Relationship Id="rId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6.png"/><Relationship Id="rId7" Type="http://schemas.openxmlformats.org/officeDocument/2006/relationships/image" Target="../media/image47.png"/><Relationship Id="rId8" Type="http://schemas.openxmlformats.org/officeDocument/2006/relationships/image" Target="../media/image1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2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Relationship Id="rId6" Type="http://schemas.openxmlformats.org/officeDocument/2006/relationships/image" Target="../media/image21.png"/><Relationship Id="rId7" Type="http://schemas.openxmlformats.org/officeDocument/2006/relationships/image" Target="../media/image43.png"/><Relationship Id="rId8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0" Type="http://schemas.openxmlformats.org/officeDocument/2006/relationships/image" Target="../media/image6.png"/><Relationship Id="rId9" Type="http://schemas.openxmlformats.org/officeDocument/2006/relationships/image" Target="../media/image33.png"/><Relationship Id="rId5" Type="http://schemas.openxmlformats.org/officeDocument/2006/relationships/image" Target="../media/image54.png"/><Relationship Id="rId6" Type="http://schemas.openxmlformats.org/officeDocument/2006/relationships/image" Target="../media/image19.png"/><Relationship Id="rId7" Type="http://schemas.openxmlformats.org/officeDocument/2006/relationships/image" Target="../media/image5.png"/><Relationship Id="rId8" Type="http://schemas.openxmlformats.org/officeDocument/2006/relationships/image" Target="../media/image5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" name="Google Shape;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2900" y="4085525"/>
            <a:ext cx="1034550" cy="6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2"/>
          <p:cNvPicPr preferRelativeResize="0"/>
          <p:nvPr/>
        </p:nvPicPr>
        <p:blipFill rotWithShape="1">
          <a:blip r:embed="rId4">
            <a:alphaModFix/>
          </a:blip>
          <a:srcRect b="0" l="0" r="0" t="53115"/>
          <a:stretch/>
        </p:blipFill>
        <p:spPr>
          <a:xfrm>
            <a:off x="241575" y="60395"/>
            <a:ext cx="839475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4625" y="303030"/>
            <a:ext cx="548700" cy="343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64876" y="352200"/>
            <a:ext cx="830523" cy="71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1575" y="3702100"/>
            <a:ext cx="1209875" cy="12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63748" y="1238537"/>
            <a:ext cx="5216502" cy="5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64038" y="2192863"/>
            <a:ext cx="4815923" cy="145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-column text 1 2">
  <p:cSld name="ONE_COLUMN_TEXT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577863af4f_0_15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g3577863af4f_0_159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2" name="Google Shape;22;g3577863af4f_0_159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" name="Google Shape;23;g3577863af4f_0_1595"/>
          <p:cNvSpPr txBox="1"/>
          <p:nvPr>
            <p:ph idx="2" type="body"/>
          </p:nvPr>
        </p:nvSpPr>
        <p:spPr>
          <a:xfrm>
            <a:off x="4843025" y="737163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Char char="●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○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■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●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○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■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●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○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■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pic>
        <p:nvPicPr>
          <p:cNvPr id="24" name="Google Shape;24;g3577863af4f_0_15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g3577863af4f_0_1595" title="lOGO SHORT copi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3875" y="232650"/>
            <a:ext cx="1012000" cy="2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 1">
  <p:cSld name="TITLE_AND_TWO_COLUMNS_1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577863af4f_0_1602"/>
          <p:cNvSpPr/>
          <p:nvPr/>
        </p:nvSpPr>
        <p:spPr>
          <a:xfrm>
            <a:off x="0" y="0"/>
            <a:ext cx="9144000" cy="921000"/>
          </a:xfrm>
          <a:prstGeom prst="rect">
            <a:avLst/>
          </a:prstGeom>
          <a:solidFill>
            <a:srgbClr val="1E6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8" name="Google Shape;28;g3577863af4f_0_1602"/>
          <p:cNvSpPr txBox="1"/>
          <p:nvPr>
            <p:ph type="title"/>
          </p:nvPr>
        </p:nvSpPr>
        <p:spPr>
          <a:xfrm>
            <a:off x="311700" y="211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g3577863af4f_0_1602"/>
          <p:cNvSpPr txBox="1"/>
          <p:nvPr>
            <p:ph idx="1" type="body"/>
          </p:nvPr>
        </p:nvSpPr>
        <p:spPr>
          <a:xfrm>
            <a:off x="311700" y="171662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577863af4f_0_1602"/>
          <p:cNvSpPr txBox="1"/>
          <p:nvPr>
            <p:ph idx="2" type="body"/>
          </p:nvPr>
        </p:nvSpPr>
        <p:spPr>
          <a:xfrm>
            <a:off x="4832400" y="171662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577863af4f_0_16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2" name="Google Shape;32;g3577863af4f_0_16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g3577863af4f_0_1602" title="lOGO SHORT copi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3875" y="232650"/>
            <a:ext cx="1012000" cy="2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/>
          <p:nvPr/>
        </p:nvSpPr>
        <p:spPr>
          <a:xfrm>
            <a:off x="0" y="0"/>
            <a:ext cx="9144000" cy="921000"/>
          </a:xfrm>
          <a:prstGeom prst="rect">
            <a:avLst/>
          </a:prstGeom>
          <a:solidFill>
            <a:srgbClr val="1E6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36" name="Google Shape;36;p21"/>
          <p:cNvSpPr txBox="1"/>
          <p:nvPr>
            <p:ph type="title"/>
          </p:nvPr>
        </p:nvSpPr>
        <p:spPr>
          <a:xfrm>
            <a:off x="311700" y="211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" type="body"/>
          </p:nvPr>
        </p:nvSpPr>
        <p:spPr>
          <a:xfrm>
            <a:off x="311700" y="171662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21"/>
          <p:cNvSpPr txBox="1"/>
          <p:nvPr>
            <p:ph idx="2" type="body"/>
          </p:nvPr>
        </p:nvSpPr>
        <p:spPr>
          <a:xfrm>
            <a:off x="4832400" y="171662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0" name="Google Shape;4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21" title="lOGO SHORT copi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3875" y="232650"/>
            <a:ext cx="1012000" cy="2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g3577863af4f_0_1610"/>
          <p:cNvPicPr preferRelativeResize="0"/>
          <p:nvPr/>
        </p:nvPicPr>
        <p:blipFill rotWithShape="1">
          <a:blip r:embed="rId3">
            <a:alphaModFix/>
          </a:blip>
          <a:srcRect b="0" l="51009" r="0" t="0"/>
          <a:stretch/>
        </p:blipFill>
        <p:spPr>
          <a:xfrm>
            <a:off x="52203" y="3316275"/>
            <a:ext cx="674125" cy="15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g3577863af4f_0_16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5" name="Google Shape;45;g3577863af4f_0_16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550" y="425275"/>
            <a:ext cx="91946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g3577863af4f_0_16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4595" y="3838226"/>
            <a:ext cx="780450" cy="103754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g3577863af4f_0_16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48" name="Google Shape;48;g3577863af4f_0_16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g3577863af4f_0_1610" title="lOGO SHORT copia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23875" y="232650"/>
            <a:ext cx="1012000" cy="2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77863af4f_0_1618"/>
          <p:cNvSpPr/>
          <p:nvPr/>
        </p:nvSpPr>
        <p:spPr>
          <a:xfrm>
            <a:off x="0" y="0"/>
            <a:ext cx="3545700" cy="5143500"/>
          </a:xfrm>
          <a:prstGeom prst="rect">
            <a:avLst/>
          </a:prstGeom>
          <a:solidFill>
            <a:srgbClr val="1E6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pic>
        <p:nvPicPr>
          <p:cNvPr id="52" name="Google Shape;52;g3577863af4f_0_16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g3577863af4f_0_16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600" y="4274525"/>
            <a:ext cx="1136999" cy="52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g3577863af4f_0_16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2675" y="203650"/>
            <a:ext cx="1283025" cy="25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g3577863af4f_0_1618" title="lOGO SHORT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23875" y="232650"/>
            <a:ext cx="1012000" cy="2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11700" y="1769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9" name="Google Shape;59;p14" title="lOGO SHOR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3875" y="232650"/>
            <a:ext cx="1012000" cy="2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-column text 1 1 1">
  <p:cSld name="ONE_COLUMN_TEXT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g3577863af4f_0_1624"/>
          <p:cNvPicPr preferRelativeResize="0"/>
          <p:nvPr/>
        </p:nvPicPr>
        <p:blipFill rotWithShape="1">
          <a:blip r:embed="rId3">
            <a:alphaModFix/>
          </a:blip>
          <a:srcRect b="42238" l="0" r="0" t="0"/>
          <a:stretch/>
        </p:blipFill>
        <p:spPr>
          <a:xfrm>
            <a:off x="265500" y="4534725"/>
            <a:ext cx="903000" cy="5221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577863af4f_0_16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g3577863af4f_0_16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g3577863af4f_0_16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65" name="Google Shape;65;g3577863af4f_0_16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2237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577863af4f_0_16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Char char="●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●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●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pic>
        <p:nvPicPr>
          <p:cNvPr id="67" name="Google Shape;67;g3577863af4f_0_1624" title="lOGO SHORT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23875" y="232650"/>
            <a:ext cx="1012000" cy="2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">
  <p:cSld name="TITLE_AND_BOD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77863af4f_0_16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g3577863af4f_0_16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g3577863af4f_0_16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2" name="Google Shape;72;g3577863af4f_0_16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g3577863af4f_0_1632" title="lOGO SHORT copi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3875" y="232650"/>
            <a:ext cx="1012000" cy="2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1195525" y="597600"/>
            <a:ext cx="722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1251800" y="1717200"/>
            <a:ext cx="7220700" cy="29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0" y="-4025"/>
            <a:ext cx="894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125" y="219930"/>
            <a:ext cx="548700" cy="4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5" y="756449"/>
            <a:ext cx="407175" cy="151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 rotWithShape="1">
          <a:blip r:embed="rId5">
            <a:alphaModFix/>
          </a:blip>
          <a:srcRect b="0" l="0" r="25476" t="16415"/>
          <a:stretch/>
        </p:blipFill>
        <p:spPr>
          <a:xfrm rot="5400000">
            <a:off x="146724" y="3272225"/>
            <a:ext cx="842601" cy="57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438" y="2688150"/>
            <a:ext cx="496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 title="lOGO SHORT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23875" y="232650"/>
            <a:ext cx="1012000" cy="2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CE24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8" name="Google Shape;88;p19"/>
          <p:cNvPicPr preferRelativeResize="0"/>
          <p:nvPr/>
        </p:nvPicPr>
        <p:blipFill rotWithShape="1">
          <a:blip r:embed="rId4">
            <a:alphaModFix/>
          </a:blip>
          <a:srcRect b="49258" l="0" r="0" t="0"/>
          <a:stretch/>
        </p:blipFill>
        <p:spPr>
          <a:xfrm>
            <a:off x="315663" y="4052300"/>
            <a:ext cx="2150699" cy="109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9"/>
          <p:cNvPicPr preferRelativeResize="0"/>
          <p:nvPr/>
        </p:nvPicPr>
        <p:blipFill rotWithShape="1">
          <a:blip r:embed="rId5">
            <a:alphaModFix/>
          </a:blip>
          <a:srcRect b="0" l="0" r="0" t="45590"/>
          <a:stretch/>
        </p:blipFill>
        <p:spPr>
          <a:xfrm>
            <a:off x="776475" y="0"/>
            <a:ext cx="1229075" cy="589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64025" y="810700"/>
            <a:ext cx="1084300" cy="92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7874" y="295350"/>
            <a:ext cx="604600" cy="6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18500" y="3991934"/>
            <a:ext cx="1229076" cy="749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50875" y="3742675"/>
            <a:ext cx="909225" cy="3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/>
          <p:nvPr/>
        </p:nvSpPr>
        <p:spPr>
          <a:xfrm>
            <a:off x="3659466" y="2678753"/>
            <a:ext cx="2055000" cy="55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3544500" y="2563787"/>
            <a:ext cx="2055000" cy="55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96" name="Google Shape;96;p19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7" name="Google Shape;97;p19"/>
          <p:cNvSpPr txBox="1"/>
          <p:nvPr/>
        </p:nvSpPr>
        <p:spPr>
          <a:xfrm>
            <a:off x="3629850" y="2507225"/>
            <a:ext cx="1884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GB" sz="2900" u="none" cap="none" strike="noStrike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Thanks!</a:t>
            </a:r>
            <a:endParaRPr b="1" i="0" sz="2900" u="none" cap="none" strike="noStrike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8" name="Google Shape;98;p19"/>
          <p:cNvSpPr txBox="1"/>
          <p:nvPr>
            <p:ph idx="3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63748" y="1598362"/>
            <a:ext cx="5216502" cy="5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49258" l="0" r="0" t="0"/>
          <a:stretch/>
        </p:blipFill>
        <p:spPr>
          <a:xfrm>
            <a:off x="315663" y="4052300"/>
            <a:ext cx="2150699" cy="109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45590"/>
          <a:stretch/>
        </p:blipFill>
        <p:spPr>
          <a:xfrm>
            <a:off x="776475" y="0"/>
            <a:ext cx="1229075" cy="589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64025" y="810700"/>
            <a:ext cx="1084300" cy="92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7874" y="295350"/>
            <a:ext cx="604600" cy="6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18500" y="3991934"/>
            <a:ext cx="1229076" cy="749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50875" y="3742675"/>
            <a:ext cx="909225" cy="33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63748" y="2031087"/>
            <a:ext cx="5216502" cy="5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13"/>
          <p:cNvSpPr txBox="1"/>
          <p:nvPr>
            <p:ph idx="1" type="body"/>
          </p:nvPr>
        </p:nvSpPr>
        <p:spPr>
          <a:xfrm>
            <a:off x="311700" y="1717200"/>
            <a:ext cx="3999900" cy="25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p13"/>
          <p:cNvSpPr txBox="1"/>
          <p:nvPr>
            <p:ph idx="2" type="body"/>
          </p:nvPr>
        </p:nvSpPr>
        <p:spPr>
          <a:xfrm>
            <a:off x="4832400" y="1717200"/>
            <a:ext cx="3999900" cy="25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4" name="Google Shape;11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5" name="Google Shape;115;p13" title="lOGO SHOR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3875" y="232650"/>
            <a:ext cx="1012000" cy="2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7428000" y="-4025"/>
            <a:ext cx="1716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pic>
        <p:nvPicPr>
          <p:cNvPr id="119" name="Google Shape;119;p16"/>
          <p:cNvPicPr preferRelativeResize="0"/>
          <p:nvPr/>
        </p:nvPicPr>
        <p:blipFill rotWithShape="1">
          <a:blip r:embed="rId2">
            <a:alphaModFix/>
          </a:blip>
          <a:srcRect b="0" l="0" r="37030" t="0"/>
          <a:stretch/>
        </p:blipFill>
        <p:spPr>
          <a:xfrm>
            <a:off x="8041716" y="2605213"/>
            <a:ext cx="1102283" cy="151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2023" y="822032"/>
            <a:ext cx="548700" cy="330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5025" y="1568530"/>
            <a:ext cx="548700" cy="49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7424170" y="1646249"/>
            <a:ext cx="407175" cy="15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title"/>
          </p:nvPr>
        </p:nvSpPr>
        <p:spPr>
          <a:xfrm>
            <a:off x="313200" y="597600"/>
            <a:ext cx="5978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" name="Google Shape;124;p16"/>
          <p:cNvSpPr txBox="1"/>
          <p:nvPr>
            <p:ph idx="1" type="body"/>
          </p:nvPr>
        </p:nvSpPr>
        <p:spPr>
          <a:xfrm>
            <a:off x="311700" y="1717200"/>
            <a:ext cx="6568800" cy="25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46900" y="4385754"/>
            <a:ext cx="548700" cy="50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title="lOGO SHORT copia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23875" y="232650"/>
            <a:ext cx="1012000" cy="2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-column text 1">
  <p:cSld name="ONE_COLUMN_TEX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2" name="Google Shape;132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3" name="Google Shape;133;p17"/>
          <p:cNvSpPr txBox="1"/>
          <p:nvPr>
            <p:ph idx="2" type="body"/>
          </p:nvPr>
        </p:nvSpPr>
        <p:spPr>
          <a:xfrm>
            <a:off x="4843025" y="737163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Char char="●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○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■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●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○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■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●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○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BM Plex Sans"/>
              <a:buChar char="■"/>
              <a:defRPr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pic>
        <p:nvPicPr>
          <p:cNvPr id="134" name="Google Shape;134;p17" title="lOGO SHORT copi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3875" y="232650"/>
            <a:ext cx="1012000" cy="2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-column text 1 1">
  <p:cSld name="ONE_COLUMN_TEXT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 rotWithShape="1">
          <a:blip r:embed="rId3">
            <a:alphaModFix/>
          </a:blip>
          <a:srcRect b="42238" l="0" r="0" t="0"/>
          <a:stretch/>
        </p:blipFill>
        <p:spPr>
          <a:xfrm>
            <a:off x="265500" y="4534725"/>
            <a:ext cx="903000" cy="5221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" name="Google Shape;1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1" name="Google Shape;141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Char char="●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●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●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pic>
        <p:nvPicPr>
          <p:cNvPr id="142" name="Google Shape;142;p18" title="lOGO SHORT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23875" y="232650"/>
            <a:ext cx="1012000" cy="2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CE24 1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9960f4295_1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5" name="Google Shape;145;g329960f4295_1_15"/>
          <p:cNvPicPr preferRelativeResize="0"/>
          <p:nvPr/>
        </p:nvPicPr>
        <p:blipFill rotWithShape="1">
          <a:blip r:embed="rId3">
            <a:alphaModFix/>
          </a:blip>
          <a:srcRect b="0" l="0" r="0" t="45590"/>
          <a:stretch/>
        </p:blipFill>
        <p:spPr>
          <a:xfrm>
            <a:off x="776475" y="0"/>
            <a:ext cx="1229075" cy="589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29960f4295_1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98650" y="836750"/>
            <a:ext cx="758350" cy="6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29960f4295_1_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874" y="295350"/>
            <a:ext cx="604600" cy="6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29960f4295_1_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9950" y="4243909"/>
            <a:ext cx="1229076" cy="749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329960f4295_1_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02325" y="4051040"/>
            <a:ext cx="758350" cy="28343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29960f4295_1_15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1" name="Google Shape;151;g329960f4295_1_15"/>
          <p:cNvSpPr txBox="1"/>
          <p:nvPr>
            <p:ph idx="3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2" name="Google Shape;152;g329960f4295_1_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5" name="Google Shape;15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6" name="Google Shape;15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7" name="Google Shape;157;p20" title="lOGO SHOR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3875" y="232650"/>
            <a:ext cx="1012000" cy="2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 txBox="1"/>
          <p:nvPr>
            <p:ph type="title"/>
          </p:nvPr>
        </p:nvSpPr>
        <p:spPr>
          <a:xfrm>
            <a:off x="311700" y="597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2" name="Google Shape;162;p22"/>
          <p:cNvSpPr txBox="1"/>
          <p:nvPr>
            <p:ph idx="1" type="body"/>
          </p:nvPr>
        </p:nvSpPr>
        <p:spPr>
          <a:xfrm>
            <a:off x="311700" y="1717200"/>
            <a:ext cx="37815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3" name="Google Shape;16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4" name="Google Shape;164;p22" title="lOGO SHORT copi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3875" y="232650"/>
            <a:ext cx="1012000" cy="2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, cyan">
  <p:cSld name="Cover, cyan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77863af4f_0_163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" name="Google Shape;168;g3577863af4f_0_163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69" name="Google Shape;169;g3577863af4f_0_163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g3577863af4f_0_163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1" name="Google Shape;171;g3577863af4f_0_16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5">
  <p:cSld name="TITLE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g3821fe08085_0_27"/>
          <p:cNvPicPr preferRelativeResize="0"/>
          <p:nvPr/>
        </p:nvPicPr>
        <p:blipFill rotWithShape="1">
          <a:blip r:embed="rId3">
            <a:alphaModFix/>
          </a:blip>
          <a:srcRect b="0" l="51009" r="0" t="0"/>
          <a:stretch/>
        </p:blipFill>
        <p:spPr>
          <a:xfrm>
            <a:off x="52203" y="2353825"/>
            <a:ext cx="674125" cy="15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821fe08085_0_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5" name="Google Shape;175;g3821fe08085_0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550" y="425274"/>
            <a:ext cx="1579099" cy="67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821fe08085_0_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7898" y="1022620"/>
            <a:ext cx="284550" cy="28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821fe08085_0_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3600" y="4123325"/>
            <a:ext cx="1464613" cy="67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821fe08085_0_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58745" y="3625676"/>
            <a:ext cx="780450" cy="1037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821fe08085_0_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68521" y="4320738"/>
            <a:ext cx="674125" cy="416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821fe08085_0_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76803" y="247101"/>
            <a:ext cx="194434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821fe08085_0_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0"/>
            <a:ext cx="9144003" cy="514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597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SemiBold"/>
              <a:buNone/>
              <a:defRPr b="0" i="0" sz="2800" u="none" cap="none" strike="noStrike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SemiBold"/>
              <a:buNone/>
              <a:defRPr b="0" i="0" sz="2800" u="none" cap="none" strike="noStrike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SemiBold"/>
              <a:buNone/>
              <a:defRPr b="0" i="0" sz="2800" u="none" cap="none" strike="noStrike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SemiBold"/>
              <a:buNone/>
              <a:defRPr b="0" i="0" sz="2800" u="none" cap="none" strike="noStrike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SemiBold"/>
              <a:buNone/>
              <a:defRPr b="0" i="0" sz="2800" u="none" cap="none" strike="noStrike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SemiBold"/>
              <a:buNone/>
              <a:defRPr b="0" i="0" sz="2800" u="none" cap="none" strike="noStrike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SemiBold"/>
              <a:buNone/>
              <a:defRPr b="0" i="0" sz="2800" u="none" cap="none" strike="noStrike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SemiBold"/>
              <a:buNone/>
              <a:defRPr b="0" i="0" sz="2800" u="none" cap="none" strike="noStrike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SemiBold"/>
              <a:buNone/>
              <a:defRPr b="0" i="0" sz="2800" u="none" cap="none" strike="noStrike">
                <a:solidFill>
                  <a:schemeClr val="dk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717200"/>
            <a:ext cx="8520600" cy="26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SemiBold"/>
              <a:buChar char="●"/>
              <a:defRPr b="0" i="0" sz="1800" u="none" cap="none" strike="noStrike">
                <a:solidFill>
                  <a:schemeClr val="dk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 SemiBold"/>
              <a:buChar char="○"/>
              <a:defRPr b="0" i="0" sz="1400" u="none" cap="none" strike="noStrike">
                <a:solidFill>
                  <a:schemeClr val="dk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 SemiBold"/>
              <a:buChar char="■"/>
              <a:defRPr b="0" i="0" sz="1400" u="none" cap="none" strike="noStrike">
                <a:solidFill>
                  <a:schemeClr val="dk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 SemiBold"/>
              <a:buChar char="●"/>
              <a:defRPr b="0" i="0" sz="1400" u="none" cap="none" strike="noStrike">
                <a:solidFill>
                  <a:schemeClr val="dk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 SemiBold"/>
              <a:buChar char="○"/>
              <a:defRPr b="0" i="0" sz="1400" u="none" cap="none" strike="noStrike">
                <a:solidFill>
                  <a:schemeClr val="dk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 SemiBold"/>
              <a:buChar char="■"/>
              <a:defRPr b="0" i="0" sz="1400" u="none" cap="none" strike="noStrike">
                <a:solidFill>
                  <a:schemeClr val="dk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 SemiBold"/>
              <a:buChar char="●"/>
              <a:defRPr b="0" i="0" sz="1400" u="none" cap="none" strike="noStrike">
                <a:solidFill>
                  <a:schemeClr val="dk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 SemiBold"/>
              <a:buChar char="○"/>
              <a:defRPr b="0" i="0" sz="1400" u="none" cap="none" strike="noStrike">
                <a:solidFill>
                  <a:schemeClr val="dk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 SemiBold"/>
              <a:buChar char="■"/>
              <a:defRPr b="0" i="0" sz="1400" u="none" cap="none" strike="noStrike">
                <a:solidFill>
                  <a:schemeClr val="dk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8.png"/><Relationship Id="rId4" Type="http://schemas.openxmlformats.org/officeDocument/2006/relationships/image" Target="../media/image62.png"/><Relationship Id="rId5" Type="http://schemas.openxmlformats.org/officeDocument/2006/relationships/image" Target="../media/image56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21fe08085_0_3"/>
          <p:cNvSpPr txBox="1"/>
          <p:nvPr>
            <p:ph type="title"/>
          </p:nvPr>
        </p:nvSpPr>
        <p:spPr>
          <a:xfrm>
            <a:off x="311700" y="1769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21fe08085_0_7"/>
          <p:cNvSpPr txBox="1"/>
          <p:nvPr>
            <p:ph type="title"/>
          </p:nvPr>
        </p:nvSpPr>
        <p:spPr>
          <a:xfrm>
            <a:off x="311700" y="21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821fe08085_0_7"/>
          <p:cNvSpPr txBox="1"/>
          <p:nvPr>
            <p:ph idx="1" type="body"/>
          </p:nvPr>
        </p:nvSpPr>
        <p:spPr>
          <a:xfrm>
            <a:off x="311700" y="17166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821fe08085_0_7"/>
          <p:cNvSpPr txBox="1"/>
          <p:nvPr>
            <p:ph idx="2" type="body"/>
          </p:nvPr>
        </p:nvSpPr>
        <p:spPr>
          <a:xfrm>
            <a:off x="4832400" y="17166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21fe08085_0_40"/>
          <p:cNvSpPr txBox="1"/>
          <p:nvPr>
            <p:ph type="title"/>
          </p:nvPr>
        </p:nvSpPr>
        <p:spPr>
          <a:xfrm>
            <a:off x="311700" y="445025"/>
            <a:ext cx="678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821fe08085_0_40"/>
          <p:cNvSpPr txBox="1"/>
          <p:nvPr>
            <p:ph idx="1" type="body"/>
          </p:nvPr>
        </p:nvSpPr>
        <p:spPr>
          <a:xfrm>
            <a:off x="311700" y="1152475"/>
            <a:ext cx="678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21fe08085_0_12"/>
          <p:cNvSpPr txBox="1"/>
          <p:nvPr>
            <p:ph type="title"/>
          </p:nvPr>
        </p:nvSpPr>
        <p:spPr>
          <a:xfrm>
            <a:off x="313200" y="597600"/>
            <a:ext cx="5978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821fe08085_0_12"/>
          <p:cNvSpPr txBox="1"/>
          <p:nvPr>
            <p:ph idx="1" type="body"/>
          </p:nvPr>
        </p:nvSpPr>
        <p:spPr>
          <a:xfrm>
            <a:off x="311700" y="1717200"/>
            <a:ext cx="6568800" cy="25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21fe08085_0_46"/>
          <p:cNvSpPr txBox="1"/>
          <p:nvPr/>
        </p:nvSpPr>
        <p:spPr>
          <a:xfrm>
            <a:off x="1968288" y="2392032"/>
            <a:ext cx="15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Socialname   </a:t>
            </a:r>
            <a:endParaRPr b="0" i="0" sz="1800" u="none" cap="none" strike="noStrike">
              <a:solidFill>
                <a:srgbClr val="FFFFF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15" name="Google Shape;215;g3821fe08085_0_46"/>
          <p:cNvSpPr txBox="1"/>
          <p:nvPr/>
        </p:nvSpPr>
        <p:spPr>
          <a:xfrm>
            <a:off x="4036213" y="2392032"/>
            <a:ext cx="15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socialname</a:t>
            </a:r>
            <a:endParaRPr b="0" i="0" sz="1800" u="none" cap="none" strike="noStrike">
              <a:solidFill>
                <a:srgbClr val="FFFFF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16" name="Google Shape;216;g3821fe08085_0_46"/>
          <p:cNvSpPr txBox="1"/>
          <p:nvPr/>
        </p:nvSpPr>
        <p:spPr>
          <a:xfrm>
            <a:off x="6109069" y="2392032"/>
            <a:ext cx="15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socialname</a:t>
            </a:r>
            <a:endParaRPr b="0" i="0" sz="1800" u="none" cap="none" strike="noStrike">
              <a:solidFill>
                <a:srgbClr val="FFFFF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17" name="Google Shape;217;g3821fe08085_0_46"/>
          <p:cNvSpPr txBox="1"/>
          <p:nvPr/>
        </p:nvSpPr>
        <p:spPr>
          <a:xfrm>
            <a:off x="1968288" y="3055056"/>
            <a:ext cx="15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socialname</a:t>
            </a:r>
            <a:endParaRPr b="0" i="0" sz="1800" u="none" cap="none" strike="noStrike">
              <a:solidFill>
                <a:srgbClr val="FFFFF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18" name="Google Shape;218;g3821fe08085_0_46"/>
          <p:cNvSpPr txBox="1"/>
          <p:nvPr/>
        </p:nvSpPr>
        <p:spPr>
          <a:xfrm>
            <a:off x="4036213" y="3055056"/>
            <a:ext cx="15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socialname</a:t>
            </a:r>
            <a:endParaRPr b="0" i="0" sz="1800" u="none" cap="none" strike="noStrike">
              <a:solidFill>
                <a:srgbClr val="FFFFF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19" name="Google Shape;219;g3821fe08085_0_46"/>
          <p:cNvSpPr txBox="1"/>
          <p:nvPr/>
        </p:nvSpPr>
        <p:spPr>
          <a:xfrm>
            <a:off x="6109069" y="3055056"/>
            <a:ext cx="15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socialname</a:t>
            </a:r>
            <a:endParaRPr b="0" i="0" sz="1800" u="none" cap="none" strike="noStrike">
              <a:solidFill>
                <a:srgbClr val="FFFFF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pic>
        <p:nvPicPr>
          <p:cNvPr id="220" name="Google Shape;220;g3821fe08085_0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2545" y="2480919"/>
            <a:ext cx="327224" cy="32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821fe08085_0_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2545" y="3168581"/>
            <a:ext cx="327224" cy="32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821fe08085_0_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7992" y="2480919"/>
            <a:ext cx="327224" cy="32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821fe08085_0_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17992" y="3168581"/>
            <a:ext cx="327224" cy="32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821fe08085_0_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85915" y="3168581"/>
            <a:ext cx="327224" cy="32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3821fe08085_0_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5915" y="2480919"/>
            <a:ext cx="327224" cy="32722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821fe08085_0_46"/>
          <p:cNvSpPr/>
          <p:nvPr/>
        </p:nvSpPr>
        <p:spPr>
          <a:xfrm>
            <a:off x="2832331" y="1562494"/>
            <a:ext cx="3602100" cy="558000"/>
          </a:xfrm>
          <a:prstGeom prst="rect">
            <a:avLst/>
          </a:prstGeom>
          <a:solidFill>
            <a:srgbClr val="FF5C00"/>
          </a:solidFill>
          <a:ln cap="flat" cmpd="sng" w="9525">
            <a:solidFill>
              <a:srgbClr val="0E1E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27" name="Google Shape;227;g3821fe08085_0_46"/>
          <p:cNvSpPr/>
          <p:nvPr/>
        </p:nvSpPr>
        <p:spPr>
          <a:xfrm>
            <a:off x="2709563" y="1496101"/>
            <a:ext cx="3658500" cy="55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1E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28" name="Google Shape;228;g3821fe08085_0_46"/>
          <p:cNvSpPr txBox="1"/>
          <p:nvPr/>
        </p:nvSpPr>
        <p:spPr>
          <a:xfrm>
            <a:off x="2709680" y="1439550"/>
            <a:ext cx="36585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GB" sz="2900" u="none" cap="none" strike="noStrike">
                <a:solidFill>
                  <a:srgbClr val="0E1E30"/>
                </a:solidFill>
                <a:latin typeface="IBM Plex Sans"/>
                <a:ea typeface="IBM Plex Sans"/>
                <a:cs typeface="IBM Plex Sans"/>
                <a:sym typeface="IBM Plex Sans"/>
              </a:rPr>
              <a:t>Let’s get in touch!</a:t>
            </a:r>
            <a:endParaRPr b="1" i="0" sz="2900" u="none" cap="none" strike="noStrike">
              <a:solidFill>
                <a:srgbClr val="0E1E3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21fe08085_0_65"/>
          <p:cNvSpPr/>
          <p:nvPr/>
        </p:nvSpPr>
        <p:spPr>
          <a:xfrm>
            <a:off x="3213113" y="2213999"/>
            <a:ext cx="2808000" cy="1037400"/>
          </a:xfrm>
          <a:prstGeom prst="rect">
            <a:avLst/>
          </a:prstGeom>
          <a:solidFill>
            <a:srgbClr val="FF5C00"/>
          </a:solidFill>
          <a:ln cap="flat" cmpd="sng" w="9525">
            <a:solidFill>
              <a:srgbClr val="0E1E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34" name="Google Shape;234;g3821fe08085_0_65"/>
          <p:cNvSpPr/>
          <p:nvPr/>
        </p:nvSpPr>
        <p:spPr>
          <a:xfrm>
            <a:off x="3122888" y="2109050"/>
            <a:ext cx="2808000" cy="103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E1E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35" name="Google Shape;235;g3821fe08085_0_65"/>
          <p:cNvSpPr txBox="1"/>
          <p:nvPr/>
        </p:nvSpPr>
        <p:spPr>
          <a:xfrm>
            <a:off x="3213113" y="2087153"/>
            <a:ext cx="2663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GB" sz="2900" u="none" cap="none" strike="noStrike">
                <a:solidFill>
                  <a:srgbClr val="0E1E30"/>
                </a:solidFill>
                <a:latin typeface="IBM Plex Sans"/>
                <a:ea typeface="IBM Plex Sans"/>
                <a:cs typeface="IBM Plex Sans"/>
                <a:sym typeface="IBM Plex Sans"/>
              </a:rPr>
              <a:t>Don't forget to rate the talk!</a:t>
            </a:r>
            <a:endParaRPr b="1" i="0" sz="2900" u="none" cap="none" strike="noStrike">
              <a:solidFill>
                <a:srgbClr val="0E1E3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36" name="Google Shape;236;g3821fe08085_0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700" y="2571750"/>
            <a:ext cx="1823698" cy="1585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821fe08085_0_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3749" y="1238537"/>
            <a:ext cx="5216502" cy="5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E1E30"/>
      </a:dk1>
      <a:lt1>
        <a:srgbClr val="FFFFFF"/>
      </a:lt1>
      <a:dk2>
        <a:srgbClr val="0E1E30"/>
      </a:dk2>
      <a:lt2>
        <a:srgbClr val="1E66FA"/>
      </a:lt2>
      <a:accent1>
        <a:srgbClr val="51E5FF"/>
      </a:accent1>
      <a:accent2>
        <a:srgbClr val="D82A76"/>
      </a:accent2>
      <a:accent3>
        <a:srgbClr val="00965C"/>
      </a:accent3>
      <a:accent4>
        <a:srgbClr val="FF5C00"/>
      </a:accent4>
      <a:accent5>
        <a:srgbClr val="54F0B2"/>
      </a:accent5>
      <a:accent6>
        <a:srgbClr val="F8DB5C"/>
      </a:accent6>
      <a:hlink>
        <a:srgbClr val="FF5C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